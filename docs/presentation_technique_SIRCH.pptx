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3c720ebe68400a" /><Relationship Type="http://schemas.openxmlformats.org/officeDocument/2006/relationships/extended-properties" Target="/docProps/app.xml" Id="Rfdc88542ded8483f" /><Relationship Type="http://schemas.openxmlformats.org/officeDocument/2006/relationships/officeDocument" Target="/ppt/presentation.xml" Id="R78c7df1c0b1a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3928a9308a4d9a"/>
  </p:sldMasterIdLst>
  <p:notesMasterIdLst>
    <p:notesMasterId xmlns:r="http://schemas.openxmlformats.org/officeDocument/2006/relationships" r:id="R19ffa24f3783443b"/>
  </p:notesMasterIdLst>
  <p:sldIdLst>
    <p:sldId xmlns:r="http://schemas.openxmlformats.org/officeDocument/2006/relationships" id="256" r:id="R35cb288d25fa4cbf"/>
    <p:sldId xmlns:r="http://schemas.openxmlformats.org/officeDocument/2006/relationships" id="257" r:id="R34eb3916c2d1441d"/>
    <p:sldId xmlns:r="http://schemas.openxmlformats.org/officeDocument/2006/relationships" id="258" r:id="R861d4795f6f34b9f"/>
    <p:sldId xmlns:r="http://schemas.openxmlformats.org/officeDocument/2006/relationships" id="259" r:id="Ra46ba8d2e60948a2"/>
    <p:sldId xmlns:r="http://schemas.openxmlformats.org/officeDocument/2006/relationships" id="260" r:id="R7ba5562910b34f05"/>
    <p:sldId xmlns:r="http://schemas.openxmlformats.org/officeDocument/2006/relationships" id="261" r:id="R8abebcbaabbd43ea"/>
    <p:sldId xmlns:r="http://schemas.openxmlformats.org/officeDocument/2006/relationships" id="262" r:id="R44017c12e3f54fbd"/>
    <p:sldId xmlns:r="http://schemas.openxmlformats.org/officeDocument/2006/relationships" id="263" r:id="Rd969638651a54f2c"/>
    <p:sldId xmlns:r="http://schemas.openxmlformats.org/officeDocument/2006/relationships" id="264" r:id="Rf2c83f49474240bf"/>
    <p:sldId xmlns:r="http://schemas.openxmlformats.org/officeDocument/2006/relationships" id="265" r:id="R2d81f3b345ac4b8d"/>
    <p:sldId xmlns:r="http://schemas.openxmlformats.org/officeDocument/2006/relationships" id="266" r:id="Rba9ea3b5da514b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a03e99313b4b47" /><Relationship Type="http://schemas.openxmlformats.org/officeDocument/2006/relationships/slideMaster" Target="/ppt/slideMasters/slideMaster1.xml" Id="R4b3928a9308a4d9a" /><Relationship Type="http://schemas.openxmlformats.org/officeDocument/2006/relationships/notesMaster" Target="/ppt/notesMasters/notesMaster1.xml" Id="R19ffa24f3783443b" /><Relationship Type="http://schemas.openxmlformats.org/officeDocument/2006/relationships/presProps" Target="/ppt/presProps.xml" Id="R0c8abefeca6941a7" /><Relationship Type="http://schemas.openxmlformats.org/officeDocument/2006/relationships/tableStyles" Target="/ppt/tableStyles.xml" Id="R4d0e8ca2306c4daa" /><Relationship Type="http://schemas.openxmlformats.org/officeDocument/2006/relationships/slide" Target="/ppt/slides/slide1.xml" Id="R35cb288d25fa4cbf" /><Relationship Type="http://schemas.openxmlformats.org/officeDocument/2006/relationships/slide" Target="/ppt/slides/slide2.xml" Id="R34eb3916c2d1441d" /><Relationship Type="http://schemas.openxmlformats.org/officeDocument/2006/relationships/slide" Target="/ppt/slides/slide3.xml" Id="R861d4795f6f34b9f" /><Relationship Type="http://schemas.openxmlformats.org/officeDocument/2006/relationships/slide" Target="/ppt/slides/slide4.xml" Id="Ra46ba8d2e60948a2" /><Relationship Type="http://schemas.openxmlformats.org/officeDocument/2006/relationships/slide" Target="/ppt/slides/slide5.xml" Id="R7ba5562910b34f05" /><Relationship Type="http://schemas.openxmlformats.org/officeDocument/2006/relationships/slide" Target="/ppt/slides/slide6.xml" Id="R8abebcbaabbd43ea" /><Relationship Type="http://schemas.openxmlformats.org/officeDocument/2006/relationships/slide" Target="/ppt/slides/slide7.xml" Id="R44017c12e3f54fbd" /><Relationship Type="http://schemas.openxmlformats.org/officeDocument/2006/relationships/slide" Target="/ppt/slides/slide8.xml" Id="Rd969638651a54f2c" /><Relationship Type="http://schemas.openxmlformats.org/officeDocument/2006/relationships/slide" Target="/ppt/slides/slide9.xml" Id="Rf2c83f49474240bf" /><Relationship Type="http://schemas.openxmlformats.org/officeDocument/2006/relationships/slide" Target="/ppt/slides/slide10.xml" Id="R2d81f3b345ac4b8d" /><Relationship Type="http://schemas.openxmlformats.org/officeDocument/2006/relationships/slide" Target="/ppt/slides/slide11.xml" Id="Rba9ea3b5da51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e0b2ad6c13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a7bc14d2447e7" /><Relationship Type="http://schemas.openxmlformats.org/officeDocument/2006/relationships/notesMaster" Target="/ppt/notesMasters/notesMaster1.xml" Id="R6d4a2683a02249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2e40cd19f42a2" /><Relationship Type="http://schemas.openxmlformats.org/officeDocument/2006/relationships/notesMaster" Target="/ppt/notesMasters/notesMaster1.xml" Id="Rbbaaaded5bd04b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fc9609998418d" /><Relationship Type="http://schemas.openxmlformats.org/officeDocument/2006/relationships/notesMaster" Target="/ppt/notesMasters/notesMaster1.xml" Id="R1f7cac6d39da49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143b012114559" /><Relationship Type="http://schemas.openxmlformats.org/officeDocument/2006/relationships/notesMaster" Target="/ppt/notesMasters/notesMaster1.xml" Id="R965526ae8239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e1ded3ee114f25" /><Relationship Type="http://schemas.openxmlformats.org/officeDocument/2006/relationships/notesMaster" Target="/ppt/notesMasters/notesMaster1.xml" Id="Ra35c7d70728b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87c295c9e48b4" /><Relationship Type="http://schemas.openxmlformats.org/officeDocument/2006/relationships/notesMaster" Target="/ppt/notesMasters/notesMaster1.xml" Id="R6e4349b913ac4e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f7383c11074441" /><Relationship Type="http://schemas.openxmlformats.org/officeDocument/2006/relationships/notesMaster" Target="/ppt/notesMasters/notesMaster1.xml" Id="R3917e5acec1f48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b40ec60a64f53" /><Relationship Type="http://schemas.openxmlformats.org/officeDocument/2006/relationships/notesMaster" Target="/ppt/notesMasters/notesMaster1.xml" Id="Re6ab944dcb56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753b55529b4461" /><Relationship Type="http://schemas.openxmlformats.org/officeDocument/2006/relationships/notesMaster" Target="/ppt/notesMasters/notesMaster1.xml" Id="Rdacf9d926088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e26f6539924f73" /><Relationship Type="http://schemas.openxmlformats.org/officeDocument/2006/relationships/notesMaster" Target="/ppt/notesMasters/notesMaster1.xml" Id="Rf9cf2c629c0b4b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ce550e25a24d96" /><Relationship Type="http://schemas.openxmlformats.org/officeDocument/2006/relationships/notesMaster" Target="/ppt/notesMasters/notesMaster1.xml" Id="Rbae24657e39a46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02d310e09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207496fec24464" /><Relationship Type="http://schemas.openxmlformats.org/officeDocument/2006/relationships/slideLayout" Target="/ppt/slideLayouts/slideLayout1.xml" Id="R18d94d786de1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94d786de1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5beb04e394434" /><Relationship Type="http://schemas.openxmlformats.org/officeDocument/2006/relationships/image" Target="/ppt/media/image.png" Id="R0a175446c1d6423d" /><Relationship Type="http://schemas.openxmlformats.org/officeDocument/2006/relationships/notesSlide" Target="/ppt/notesSlides/notesSlide1.xml" Id="R2324fd4d268c4b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e0df574b6460f" /><Relationship Type="http://schemas.openxmlformats.org/officeDocument/2006/relationships/notesSlide" Target="/ppt/notesSlides/notesSlide2.xml" Id="Rf85b2b7ede68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ea09eb884d6b" /><Relationship Type="http://schemas.openxmlformats.org/officeDocument/2006/relationships/notesSlide" Target="/ppt/notesSlides/notesSlide3.xml" Id="Rcda4ab142608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e5f7eab4c4278" /><Relationship Type="http://schemas.openxmlformats.org/officeDocument/2006/relationships/notesSlide" Target="/ppt/notesSlides/notesSlide4.xml" Id="Rbbf59c12c3444f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2087738d34d25" /><Relationship Type="http://schemas.openxmlformats.org/officeDocument/2006/relationships/notesSlide" Target="/ppt/notesSlides/notesSlide5.xml" Id="Re6726da58487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6128512fb4276" /><Relationship Type="http://schemas.openxmlformats.org/officeDocument/2006/relationships/image" Target="/ppt/media/image2.png" Id="Rb69cac0ff98d4a17" /><Relationship Type="http://schemas.openxmlformats.org/officeDocument/2006/relationships/notesSlide" Target="/ppt/notesSlides/notesSlide6.xml" Id="Ra0110d27c44f44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65bf773654fe7" /><Relationship Type="http://schemas.openxmlformats.org/officeDocument/2006/relationships/notesSlide" Target="/ppt/notesSlides/notesSlide7.xml" Id="Rc1957b2e6c1b49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6e175152d478f" /><Relationship Type="http://schemas.openxmlformats.org/officeDocument/2006/relationships/image" Target="/ppt/media/image3.png" Id="Ra7ae19fdb85743e5" /><Relationship Type="http://schemas.openxmlformats.org/officeDocument/2006/relationships/notesSlide" Target="/ppt/notesSlides/notesSlide8.xml" Id="Rf4fd0534970a44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c0d463dde4e29" /><Relationship Type="http://schemas.openxmlformats.org/officeDocument/2006/relationships/image" Target="/ppt/media/image4.png" Id="R29149aa49e7e4f76" /><Relationship Type="http://schemas.openxmlformats.org/officeDocument/2006/relationships/notesSlide" Target="/ppt/notesSlides/notesSlide9.xml" Id="Rffceb14a85b7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3c0607941499e" /><Relationship Type="http://schemas.openxmlformats.org/officeDocument/2006/relationships/notesSlide" Target="/ppt/notesSlides/notesSlide10.xml" Id="Rc125038248cf42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e7c83d0fa423e" /><Relationship Type="http://schemas.openxmlformats.org/officeDocument/2006/relationships/notesSlide" Target="/ppt/notesSlides/notesSlide11.xml" Id="R7564c4355a5046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67839C-04D2-4B01-B680-80F2E844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DCB0C-055D-4F80-97C6-78818ADC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8"/>
                </a:solidFill>
              </a:defRPr>
            </a:pPr>
            <a:r>
              <a:rPr sz="5400" b="1">
                <a:solidFill>
                  <a:srgbClr val="101828"/>
                </a:solidFill>
              </a:rPr>
              <a:t>SIRCH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27818-3EB6-4BC7-9CBC-F73AF41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Presentation technique du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1C23A-3239-48A4-8162-C4AC18D9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Systeme intelligent de reconnaissance de comportements humains applique a la detection de violence en temps reel.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D1D77-D720-4025-9F79-CA352442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7A65"/>
                </a:solidFill>
              </a:defRPr>
            </a:pPr>
            <a:r>
              <a:rPr sz="1350" b="1">
                <a:solidFill>
                  <a:srgbClr val="117A65"/>
                </a:solidFill>
              </a:rPr>
              <a:t>Code Python | TensorFlow | OpenCV | Flask | 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C5A2C-46DE-40C8-A1DF-CE8E6FB4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"/>
            <a:ext cx="58102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75446c1d6423d"/>
          <a:stretch xmlns:a="http://schemas.openxmlformats.org/drawingml/2006/main"/>
        </p:blipFill>
        <p:spPr>
          <a:xfrm xmlns:a="http://schemas.openxmlformats.org/drawingml/2006/main">
            <a:off x="6172200" y="1868686"/>
            <a:ext cx="5276850" cy="296822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51CB2-9CCC-406E-936C-26FE2DD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08217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BA8C40-91A8-4C6D-B31B-17F2B990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05B6F-7C44-4A6D-88D4-1C36678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Ce que fait SIRCH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60A5C-F09A-4A23-85D9-D7630A7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0092B-AFDC-4DA5-B210-D2FEE8A1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Le systeme transforme un flux video en une decision exploitable, puis conserve une preuve et avertit l'utilisateur.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841AB-EA7D-45CC-B4E1-70DDE624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EAE03-807D-4562-95AE-7F0E3DAF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D6D1C-F54F-4436-8A22-FCFC6A71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Observer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97599-3E48-4390-A827-32203704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Webcam, fichier video ou flux IP/RTSP.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A4DF8-3A31-4952-8DCB-D1735177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AC322-EFDD-484B-92F1-FC70F6B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847ED-74AC-4F6E-AD8C-97BA4D59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Comprendre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2EEF8-E63F-45CB-B0E5-4E47742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Analyse spatiale et temporelle de 20 frames.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5A3BB-1979-4B70-9F86-3263786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03BAA-17F9-4AB5-ACDA-863CFF85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C3B25-797C-4BCE-ADB9-CF8D9E2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Agir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378D39-1588-46A5-8D13-B0CE4FD3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Alerte, capture, base SQLite et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43C6A-EE14-4B19-846E-6AB5F620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3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Objectif: detecter rapidement une situation suspecte sans confondre systematiquement sport, danse et violence.</a:t>
            </a:r>
          </a:p>
        </p:txBody>
      </p:sp>
    </p:spTree>
    <p:extLst>
      <p:ext uri="{BB962C8B-B14F-4D97-AF65-F5344CB8AC3E}">
        <p14:creationId xmlns:p14="http://schemas.microsoft.com/office/powerpoint/2010/main" val="1179505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C1661-7E5F-4672-95FB-B6D491AF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63A40-C1C6-486C-B8D9-BC0D4D8D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Architecture en 7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B96F3-A90D-416D-A86E-4B54A5F0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CB32-73D4-47CE-B838-D3D52B1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9630E-ACD0-4865-8DE3-D9C3E73F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99B5-66CF-4E2E-8F1C-EBE5A85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80FE3-190E-44E8-8DDD-395CE56C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Acquisition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90D51-BBF2-4231-A1B5-63967564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OpenCV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89C61-DF28-48CA-943F-B8D561E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6C13A-ACBE-4FE3-A246-2A33BE1F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7BFE9-5750-41FF-87FA-2FF64D25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Pretraitement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946BB-8936-4BC8-BE11-E27EC93B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224 x 224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DD315-9032-4264-A61D-7AC467BA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2A9882-50DA-42EC-A1EC-A42EEB1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7714E-8035-4224-A66C-85F2FB09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Inference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5388A-BDA7-4309-8EC6-69F7E212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EffNet + LSTM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007FC-C251-418B-BC55-7A0D1F3E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19050">
            <a:solidFill>
              <a:srgbClr val="FF6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9F0D2-CE24-461A-87E9-DA7D3895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1E2AF-75D3-4E0E-8CD6-888C0400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86E5A7-B61C-4954-9947-3C43794D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seuil + 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4C91E-A193-4BF1-8864-2D6D491E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A94DD-3D95-414B-B10D-0A8C55F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30B4F-083A-4D95-B7C9-42035D7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Alertes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1A494-3803-4B75-8498-EE1DB295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son, email, Telegram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4B6E6-F41C-437E-B6BA-8A42AFC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35765-3BAD-4535-BA13-81DAEC3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C30DB-39CB-4576-9FEC-B5501C05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EA0DCC-66B4-4EC6-9297-3BC99271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SQLite + capture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554ED8-4137-472E-9A80-D288948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09750"/>
            <a:ext cx="142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35EBD-2C16-4544-A048-96698208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716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EE104-1D86-4FE8-ACAD-1C76ED5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7175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4AE19-6906-42C9-87E1-713FFC8B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2900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Flask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DF5906-5EC8-44EC-A412-CB55AAF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Chaque module a un fichier dedie. Cette separation facilite les tests, la maintenance et la demonstration en direct.</a:t>
            </a:r>
          </a:p>
        </p:txBody>
      </p:sp>
    </p:spTree>
    <p:extLst>
      <p:ext uri="{BB962C8B-B14F-4D97-AF65-F5344CB8AC3E}">
        <p14:creationId xmlns:p14="http://schemas.microsoft.com/office/powerpoint/2010/main" val="3259603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D79FB-8E87-446A-BA4E-8523E14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2884B-3B53-4DF2-AF01-6F7E6187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Le coeur IA: de la frame au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84B15-E818-4FE5-A4DA-762538CB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B497D-CCE5-4E4D-8AA2-2BC6D6B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10382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F5CEC-A75A-4857-9BF0-06E97538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87D17-706C-46DF-A885-A9DF66BB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20 frames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3AEDB-E395-4014-8254-F1D29BF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Fenetre temporelle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1DF50-A689-4D59-B7AC-6F37FE0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43125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43EBE-843D-4A33-94C4-8481F0A9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2887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224 x 224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D33DB-5688-48DF-9AC3-9119EB7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57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Redimensionnement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CBF82-98C5-4861-A3C4-4DFFDCA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51085-BBA3-47F4-A9F1-942E4C00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EfficientNetB0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5BE22-8881-4570-A10F-864D6A8C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Caracteristiques visuelles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FE14A-A404-4FB6-A063-B379175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3EFC9-20F4-46B9-A6DB-38C0BBA2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2887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LSTM 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27A1-9DC1-498E-A0A2-8B4FFFC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57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Evolution dans le temps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BEFC5-52A1-4B0D-AFF0-F29BFD8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43125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solidFill>
              <a:srgbClr val="FFF1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09123-DAE9-438D-9163-B9C3009C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2887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Sigmoid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C984B-A415-4F94-894D-84C45DEA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575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Score p entre 0 et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A9110F-90A0-46EF-8CA2-261FCBF3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Modele deploye: EfficientNetB0 gelee + LSTM + couches Dense/Dropout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A1B35-3EB8-4E47-9562-138C00A9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7A65"/>
                </a:solidFill>
              </a:defRPr>
            </a:pPr>
            <a:r>
              <a:rPr sz="1500" b="0">
                <a:solidFill>
                  <a:srgbClr val="117A65"/>
                </a:solidFill>
              </a:rPr>
              <a:t>Sortie: probabilite de violence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A5050-6120-4AFE-818A-D6B57BD4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530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Fichier principal: core/inference.py</a:t>
            </a:r>
          </a:p>
        </p:txBody>
      </p:sp>
    </p:spTree>
    <p:extLst>
      <p:ext uri="{BB962C8B-B14F-4D97-AF65-F5344CB8AC3E}">
        <p14:creationId xmlns:p14="http://schemas.microsoft.com/office/powerpoint/2010/main" val="284545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F6DFB-B116-4E4D-B154-68224020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88189-E935-47A7-B950-C3CAF37D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Organisation du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0F344-3AAF-4395-A2E9-34086AD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9D6A8-F295-4095-B8D5-010CE898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1F7B9-53B8-4AA2-AF97-293E9D3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Fichier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AB5CB-3BB6-40B4-A566-DC236A7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430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Responsabilite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B3A6E-A394-4535-A8B6-8403D681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068B8-6DF7-453C-995D-4C1A767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main.py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D5EE1-221D-4363-8205-722D89A6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669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Orchestre la boucle temps reel et l'affichage camera.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1B103-EC1F-4CD3-AA80-F6FC448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1E453-04BF-4566-A80F-1FCF81AE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core/acquisition.py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0F82D-185C-4D82-9EB9-E753E7C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574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Ouvre webcam, video ou flux reseau.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C5421-44F7-4EE1-B7C5-FE49E79B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35A81-F0F4-4099-AC70-3F3A2507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core/preprocessing.py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03A62-939A-4996-B4AE-DA8C7FB1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480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Construit les sequences de 20 frames.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BDBF3-4B7F-40F0-B263-B701D8E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10B12-D864-4BDB-A51D-65B6BC6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core/inference.py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AE74D-CADB-44D4-A646-13830C1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385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Charge le modele et calcule le score.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FC979-2743-423E-853B-EDC9CBD0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E2399-73C0-4241-B848-1FD064F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core/decision.py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8E80CE-E450-48AE-A850-BA58221E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Applique la moyenne K et le seuil.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9ED70-0046-4164-935B-61CEC1DA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474B00-BEEF-4863-A658-984FA54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alerts/alertmanager.py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4526D-A0D5-4070-A597-42362D02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196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Declenche son, Gmail et Telegram.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73201-A888-4D21-9B33-F94C542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872AAC-BD96-4F8D-BE92-CCD1294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02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</a:defRPr>
            </a:pPr>
            <a:r>
              <a:rPr sz="1275" b="1">
                <a:solidFill>
                  <a:srgbClr val="101828"/>
                </a:solidFill>
              </a:rPr>
              <a:t>database/db.py + dashboard/app.py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2C79C-804F-4C53-96ED-26DD090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02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Archive puis affiche les incidents.</a:t>
            </a:r>
          </a:p>
        </p:txBody>
      </p:sp>
    </p:spTree>
    <p:extLst>
      <p:ext uri="{BB962C8B-B14F-4D97-AF65-F5344CB8AC3E}">
        <p14:creationId xmlns:p14="http://schemas.microsoft.com/office/powerpoint/2010/main" val="1793071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3F81C-C18D-4A53-BEBF-ADC1AB1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16D46-FDA3-490A-9513-A5FB3E0F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Fonctionnement en direct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55EB8-9CF1-43E4-A2B1-8EBA6D27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2B8E-BC68-4E0D-ABD5-92346073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Deux interfaces travaillent ensemble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D4775-922A-44E0-8AD4-1DC60B5E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5320E-5294-4FA5-8A23-1B49B651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Fenetre camera: image, score, moyenne K, seuil et statut.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EF989-5D20-453D-B777-2A403A1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FD26B-42FC-4146-B719-94319336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Dashboard web: reglages, historique, captures et export CSV.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8225-CECE-4415-90F3-406B2FF0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6DBEC-F987-42D1-89E9-DD73D921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Mode faible latence: webcam 640 x 480, 15 FPS, prediction espacee.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45672-BBC2-4544-AD69-CF7EBD11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6F32B-948B-4388-ACB2-AE190E3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49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Le seuil et K peuvent etre modifies sans arreter le systeme.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64EE9-0062-43BC-840A-65B9FB65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52550"/>
            <a:ext cx="62484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2F4F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cac0ff98d4a17"/>
          <a:stretch xmlns:a="http://schemas.openxmlformats.org/drawingml/2006/main"/>
        </p:blipFill>
        <p:spPr>
          <a:xfrm xmlns:a="http://schemas.openxmlformats.org/drawingml/2006/main">
            <a:off x="5753100" y="2094309"/>
            <a:ext cx="5829300" cy="32789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93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80EB7-C7D4-4A11-95DE-F9A36615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44834-E9DE-427D-B79F-0428B54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Decision, alertes et tracabilite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56A05-E246-43C0-92E3-D4648EE7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B1148-2297-4C69-BD2D-BADB8F9D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CE4B8-7245-4E40-B9C0-D9733E27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7ACAC-F098-4B23-920C-93342FE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2CEA-1BEA-4FBE-96CA-2C00F05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Le modele produit 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13A52-2985-4056-BF52-A45AA155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05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296F7-E2F9-46FA-9BD9-98BE7B7B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Moyenne K=5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B0DC7-E8AF-4F4B-9962-BDDED6C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813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Les scores sont lisses.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9F05C-3976-4E65-B688-5A5F536E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05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B"/>
          </a:solidFill>
          <a:ln xmlns:a="http://schemas.openxmlformats.org/drawingml/2006/main" w="0">
            <a:solidFill>
              <a:srgbClr val="FFF1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E9713-0378-4B68-97FB-1527342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43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Seuil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A86EC-1EA0-462E-B19F-B77E7930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813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Violence si moyenne &gt;= theta.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053E9-8017-42E6-A43E-14E41CFE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905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A5C82-B818-4BE4-BFEE-8E95C69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B4210-CFF0-4DC6-94E8-7C54FCC4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Une image est sauvegardee.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FCFC3-1A0C-4791-A09C-77AD59FD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9F1FD-0293-4C0F-AC51-B085EAFB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431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Incident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721507-31B8-4701-82EC-F683CF76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657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SQLite garde date et scores.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C7C41-3367-40C2-8CF9-B86F0648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Canaux d'alerte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C0DFC-2BBA-4058-AF97-F8B18B4C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Signal sonore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26755-0952-4956-8CBE-286DCE21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Email Gmail + 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51E1C-4E65-4DD9-9B3B-D1470787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53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</a:defRPr>
            </a:pPr>
            <a:r>
              <a:rPr sz="1575" b="1">
                <a:solidFill>
                  <a:srgbClr val="101828"/>
                </a:solidFill>
              </a:rPr>
              <a:t>Telegram si configure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29EA1-8E01-402F-97FB-B3276811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53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6B35"/>
                </a:solidFill>
              </a:defRPr>
            </a:pPr>
            <a:r>
              <a:rPr sz="1425" b="0">
                <a:solidFill>
                  <a:srgbClr val="FF6B35"/>
                </a:solidFill>
              </a:rPr>
              <a:t>Cooldown: 30 secondes</a:t>
            </a:r>
          </a:p>
        </p:txBody>
      </p:sp>
    </p:spTree>
    <p:extLst>
      <p:ext uri="{BB962C8B-B14F-4D97-AF65-F5344CB8AC3E}">
        <p14:creationId xmlns:p14="http://schemas.microsoft.com/office/powerpoint/2010/main" val="1723208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B8E76-50DB-4B7E-A9CF-0ECB7EE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B081-2FAE-4D18-8D85-8A4E440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Resultats valides sur 599 videos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2CDA-2A14-4DDE-85AA-4C999E88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A3A44-DA97-466C-8316-01602E1C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Modele original deploye, seuil theta = 0,50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55CAE-D4E5-4C4A-8D5B-823DD9B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54415-02CE-4406-B940-8802DB34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FC1E-5FAA-45EA-BE8D-44F73FBC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86,81 %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EE68D-6B5C-4166-BD4C-A87F43C9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35529-6D5B-4F99-9BCC-4E04EEEF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64CC9-D18A-40CD-8246-79C06FEC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C2C39-97CB-4C0F-AE81-3A569416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478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82,74 %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44AAE-07D6-41F5-8E8E-F14730E9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19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931CF-05B2-4DAC-A669-4B40E91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9D952-D4B3-49AE-A4E9-40C4B2C4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8141D-918B-42D2-A5CC-7D932B61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92,98 %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DC908-4F14-43C7-91E0-E7054311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Rappel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8AA2C-BFEC-45F8-86FE-0FF9FFC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02F98-F0A8-412A-8244-4D976C66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CA24A-1CAC-4102-B836-E10DF74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576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87,56 %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9DE0D4-0A78-400B-9BCE-4B208462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F1-score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A7216-463B-41A4-850D-F388CC3F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60769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e19fdb85743e5"/>
          <a:stretch xmlns:a="http://schemas.openxmlformats.org/drawingml/2006/main"/>
        </p:blipFill>
        <p:spPr>
          <a:xfrm xmlns:a="http://schemas.openxmlformats.org/drawingml/2006/main">
            <a:off x="5829300" y="2402166"/>
            <a:ext cx="5848350" cy="272041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102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0FBE2B-B8C2-48FA-8D68-74820F27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53157-2AA5-4389-AE25-3F855464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Ce que les experiences ont montre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F8081-7729-4E39-B4B9-6DEFFFF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FBE8F-6941-471E-8FAF-AFCBF889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7810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solidFill>
              <a:srgbClr val="F7F7F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49aa49e7e4f76"/>
          <a:stretch xmlns:a="http://schemas.openxmlformats.org/drawingml/2006/main"/>
        </p:blipFill>
        <p:spPr>
          <a:xfrm xmlns:a="http://schemas.openxmlformats.org/drawingml/2006/main">
            <a:off x="590550" y="1428750"/>
            <a:ext cx="7429500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E164E-9AC9-4295-9ED8-33621977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Lecture 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C47B7-E7A5-445A-87B2-DBEDB71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7C9FE-8167-4650-AEAE-FE66BD94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EfficientNet seul perd l'information temporelle.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0912-7497-4AA0-9B48-DA8CD329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23746-DAAC-48F7-9282-BC23A31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Le LSTM augmente fortement le rappel.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65361-426F-4B00-AFA6-16E0981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B4FC4-F277-4C37-AB35-C799D9CF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Le GRU experimental obtient le meilleur compromis global.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ADEDE-E0B0-4F25-8081-0D38F0CF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C9030-369C-45FC-9873-98DF3EC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3390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Le modele live reste le modele original valide et configure.</a:t>
            </a:r>
          </a:p>
        </p:txBody>
      </p:sp>
    </p:spTree>
    <p:extLst>
      <p:ext uri="{BB962C8B-B14F-4D97-AF65-F5344CB8AC3E}">
        <p14:creationId xmlns:p14="http://schemas.microsoft.com/office/powerpoint/2010/main" val="14901792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C2E325-E0F9-44AA-B7F7-9664B699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B32F-FFDD-476E-B38C-A981765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Demonstration live devant l'encadreur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4BDEF-94DC-491E-935D-366704C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AA736-26D0-4C17-83FD-465C4824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65"/>
                </a:solidFill>
              </a:defRPr>
            </a:pPr>
            <a:r>
              <a:rPr sz="1500" b="1">
                <a:solidFill>
                  <a:srgbClr val="117A65"/>
                </a:solidFill>
              </a:rPr>
              <a:t>Terminal 1 -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084AD-20CE-482B-9FF1-4C4DAF2B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7613E-E66B-470D-9660-29DB62C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C:\SIRCH_ENV\Scripts\python.exe -m dashboard.app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B6DD8-AA9C-4B7F-B1A1-C9DE323C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7A65"/>
                </a:solidFill>
              </a:defRPr>
            </a:pPr>
            <a:r>
              <a:rPr sz="1500" b="1">
                <a:solidFill>
                  <a:srgbClr val="117A65"/>
                </a:solidFill>
              </a:rPr>
              <a:t>Terminal 2 - detection webcam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1C03B-DE30-4847-AD61-2D04687E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AFE3B-436A-4F76-9D00-EECEE496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C:\SIRCH_ENV\Scripts\python.exe main.py --source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952E0-0833-430F-B070-88D20C66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Puis ouvrir http://127.0.0.1:5000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D875A-6920-4BD4-88E8-21F20001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Test conseille: mouvements simules, sans contact physique dangereux. Montrer la fenetre camera, le score, l'alerte, la capture et l'incident dans le dashboard.</a:t>
            </a:r>
          </a:p>
        </p:txBody>
      </p:sp>
    </p:spTree>
    <p:extLst>
      <p:ext uri="{BB962C8B-B14F-4D97-AF65-F5344CB8AC3E}">
        <p14:creationId xmlns:p14="http://schemas.microsoft.com/office/powerpoint/2010/main" val="1841303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34350-EA3A-44F8-86C5-3F18186F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</a:defRPr>
            </a:pPr>
            <a:r>
              <a:rPr sz="1050" b="1">
                <a:solidFill>
                  <a:srgbClr val="667085"/>
                </a:solidFill>
              </a:rPr>
              <a:t>SIRCH | PRESENTATION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9CA4C-D0A3-4F3D-AA2E-E09C659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Projet reproductible et verifiable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04D9A-4A5A-48D9-B953-A81A67F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8780-7BE8-4E52-9CC5-11F2ED57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0E411-E377-4A66-A887-C9FEC79B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  <a:ln xmlns:a="http://schemas.openxmlformats.org/drawingml/2006/main" w="0">
            <a:solidFill>
              <a:srgbClr val="117A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A6208-31E0-49A6-B3FE-1AE816D0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BEA60-B7C2-4574-BF58-ABD2E4B6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modules integres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7A753-9639-460D-8FAA-D3F7031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14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2748F-6AA3-425D-9BD7-65AB022B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3B78B-0D54-401C-BE4C-5E7EEF89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599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2BFE1-D3A2-470B-B675-75AEEB70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24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videos de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1F8AC-834F-4DEE-BDB4-1747352C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16E9B-5C86-4E7B-86D8-81E05AB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B7176-8827-4519-AFEB-632FD75F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21,85 MB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25C0E-AF84-4B2E-980D-B02DB145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modele original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D7553-4274-48E5-A1AB-1CE716A9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14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DFA1C-A0FD-4A73-9423-2D9BB77F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14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D2F0F-BE4A-492D-9FB6-29584E8A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30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20308-0FC9-43DC-A4C7-E4642AD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24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cooldown alertes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34CBC-BD70-489C-AE3D-74561D2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Le README explique l'installation, la configuration, les commandes de lancement, la structure du code, les tests et la demonstration live.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886D6-5E89-418C-8535-EDE52B4D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GitHub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69BF0-770D-46D9-867C-CC4A5AA5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7A65"/>
                </a:solidFill>
              </a:defRPr>
            </a:pPr>
            <a:r>
              <a:rPr sz="2100" b="1">
                <a:solidFill>
                  <a:srgbClr val="117A65"/>
                </a:solidFill>
              </a:rPr>
              <a:t>github.com/Ertual/SIRCH-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9FA8EA-5702-4B6F-9520-14D76713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633828-9F82-4BD3-A723-E336685D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476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SIRCH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B43DD-95EF-4EB0-8433-12953A88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38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Code + preuve + live</a:t>
            </a:r>
          </a:p>
        </p:txBody>
      </p:sp>
    </p:spTree>
    <p:extLst>
      <p:ext uri="{BB962C8B-B14F-4D97-AF65-F5344CB8AC3E}">
        <p14:creationId xmlns:p14="http://schemas.microsoft.com/office/powerpoint/2010/main" val="98793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2026-06-24T10:48:51.4510000Z</dcterms:created>
  <dcterms:modified xsi:type="dcterms:W3CDTF">2026-06-24T10:48:51.4510000Z</dcterms:modified>
</coreProperties>
</file>